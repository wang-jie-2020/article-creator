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F6B9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890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 CODING 入门指南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五个概念，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看懂 Vibe Coding 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是怎么运转的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731520" cy="0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  ·  Hooks  ·  MCP  ·  Skill  ·  Claude.md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用最直白的比喻，理解 AI 协作系统的五个核心概念，以及它们如何拼成一套完整的工作台。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5EBE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你大概已经见过了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打字就能出网站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这不是魔术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" cy="914400"/>
          </a:xfrm>
          <a:prstGeom prst="rectangl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有人在编辑器里打一段中文，AI 自动生成整套代码，一个按钮，网站就上线了。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你不用写代码，你只需要描述你想要什么。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真正高效的人，都在用五个核心概念搭建自己的"AI 工作台"。这篇文章不会教你写一行代码——只用最直白的比喻带你理解它们。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为什么需要这套体系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只用基础对话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你很快就会撞到天花板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029200" cy="15544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上下文太长，AI 开始"忘记"你最早说过的话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每次新对话都要重新介绍项目背景和规则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手动复制粘贴数据，重复描述同一种工作流程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五个核心概念：</a:t>
            </a:r>
            <a:pPr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722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18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先认识这五个概念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五个关键词，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一句话就能讲明白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2103120"/>
            <a:ext cx="1627632" cy="21031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2103120"/>
            <a:ext cx="1627632" cy="54864"/>
          </a:xfrm>
          <a:prstGeom prst="rectangle">
            <a:avLst/>
          </a:prstGeom>
          <a:solidFill>
            <a:srgbClr val="FF6B9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主编把活外包给实习生团队——并行处理，各自汇报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640080" cy="256032"/>
          </a:xfrm>
          <a:prstGeom prst="rectangle">
            <a:avLst/>
          </a:prstGeom>
          <a:solidFill>
            <a:srgbClr val="FF6B9D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984248" y="2103120"/>
            <a:ext cx="1627632" cy="21031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2103120"/>
            <a:ext cx="1627632" cy="54864"/>
          </a:xfrm>
          <a:prstGeom prst="rectangl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22860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21408" y="265176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自动驾驶的传感器——检测到事件自动执行动作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21408" y="3703320"/>
            <a:ext cx="640080" cy="256032"/>
          </a:xfrm>
          <a:prstGeom prst="rectangle">
            <a:avLst/>
          </a:prstGeom>
          <a:solidFill>
            <a:srgbClr val="FF7A45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21408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钩子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39896" y="2103120"/>
            <a:ext cx="1627632" cy="21031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2103120"/>
            <a:ext cx="1627632" cy="54864"/>
          </a:xfrm>
          <a:prstGeom prst="rectangle">
            <a:avLst/>
          </a:prstGeom>
          <a:solidFill>
            <a:srgbClr val="52C41A"/>
          </a:solidFill>
          <a:ln/>
        </p:spPr>
      </p:sp>
      <p:sp>
        <p:nvSpPr>
          <p:cNvPr id="18" name="Text 16"/>
          <p:cNvSpPr/>
          <p:nvPr/>
        </p:nvSpPr>
        <p:spPr>
          <a:xfrm>
            <a:off x="3877056" y="22860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77056" y="265176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万能转接头——一个标准接口连接所有外部工具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77056" y="3703320"/>
            <a:ext cx="640080" cy="256032"/>
          </a:xfrm>
          <a:prstGeom prst="rectangle">
            <a:avLst/>
          </a:prstGeom>
          <a:solidFill>
            <a:srgbClr val="52C41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877056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95544" y="2103120"/>
            <a:ext cx="1627632" cy="21031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95544" y="2103120"/>
            <a:ext cx="1627632" cy="54864"/>
          </a:xfrm>
          <a:prstGeom prst="rectangle">
            <a:avLst/>
          </a:prstGeom>
          <a:solidFill>
            <a:srgbClr val="722ED1"/>
          </a:solidFill>
          <a:ln/>
        </p:spPr>
      </p:sp>
      <p:sp>
        <p:nvSpPr>
          <p:cNvPr id="24" name="Text 22"/>
          <p:cNvSpPr/>
          <p:nvPr/>
        </p:nvSpPr>
        <p:spPr>
          <a:xfrm>
            <a:off x="5632704" y="22860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32704" y="265176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预制菜操作说明书——加载即用，不重新发明菜谱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32704" y="3703320"/>
            <a:ext cx="640080" cy="256032"/>
          </a:xfrm>
          <a:prstGeom prst="rectangle">
            <a:avLst/>
          </a:prstGeom>
          <a:solidFill>
            <a:srgbClr val="722ED1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632704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22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51192" y="2103120"/>
            <a:ext cx="1627632" cy="21031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51192" y="2103120"/>
            <a:ext cx="1627632" cy="54864"/>
          </a:xfrm>
          <a:prstGeom prst="rectangle">
            <a:avLst/>
          </a:prstGeom>
          <a:solidFill>
            <a:srgbClr val="1890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88352" y="22860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88352" y="265176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贴在墙上的员工守则——不用每天重申的规则书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88352" y="3703320"/>
            <a:ext cx="640080" cy="256032"/>
          </a:xfrm>
          <a:prstGeom prst="rectangle">
            <a:avLst/>
          </a:prstGeom>
          <a:solidFill>
            <a:srgbClr val="1890FF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3703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规则文件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概念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pPr indent="0" marL="0">
              <a:buNone/>
            </a:pPr>
            <a:r>
              <a:rPr lang="en-US" sz="2600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主编的实习生团队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005840"/>
          </a:xfrm>
          <a:prstGeom prst="rectangle">
            <a:avLst/>
          </a:prstGeom>
          <a:solidFill>
            <a:srgbClr val="FF6B9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你拿到一个选题，不是从头写到尾——把"查资料"派给实习生 A，"整理数据"派给实习生 B，"找案例"派给实习生 C。每个人只干一件事，干完汇报。你汇总、审核、成稿。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在后台生成多个子代理，它们同时跑、互不干扰、并行加速。单个 AI 的"注意力"有限，Subagent 把大任务拆碎，每个小任务在干净的上下文里独立完成。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概念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pPr indent="0" marL="0">
              <a:buNone/>
            </a:pPr>
            <a:r>
              <a:rPr lang="en-US" sz="2600" dirty="0">
                <a:solidFill>
                  <a:srgbClr val="FF7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自动驾驶的传感器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005840"/>
          </a:xfrm>
          <a:prstGeom prst="rectangle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出门前"门一关"这个动作，自动触发"检查钥匙带没带"——不需要你每次手动提醒自己。Hooks 就是 AI 工作流里的这个自动触发机制。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486400" cy="13716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发消息前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自动检查有没有粘贴了 API 密钥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编辑文件后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自动运行代码格式化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803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会话结束后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自动记录文件版本信息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概念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pPr indent="0" marL="0">
              <a:buNone/>
            </a:pPr>
            <a:r>
              <a:rPr lang="en-US" sz="2600" dirty="0">
                <a:solidFill>
                  <a:srgbClr val="52C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USB-C 万能转接头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005840"/>
          </a:xfrm>
          <a:prstGeom prst="rectangle">
            <a:avLst/>
          </a:prstGeom>
          <a:solidFill>
            <a:srgbClr val="52C4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MCP 之前：让 AI 查数据库、发 Slack、看 GitHub——每一项都要写一套定制代码，像每次出国要带不同转换插头。有了 MCP 之后：一个标准协议，所有工具即插即用。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AI 想象成一位盲人 CEO。他对讲机（MCP）可以命令不同部门（MCP Server）替他干活。Vibe Coding 的核心是"用自然语言驱动一切"——MCP 让这件事在技术上成为可能。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概念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pPr indent="0" marL="0">
              <a:buNone/>
            </a:pPr>
            <a:r>
              <a:rPr lang="en-US" sz="2600" dirty="0">
                <a:solidFill>
                  <a:srgbClr val="722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预制菜操作说明书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005840"/>
          </a:xfrm>
          <a:prstGeom prst="rectangle">
            <a:avLst/>
          </a:prstGeom>
          <a:solidFill>
            <a:srgbClr val="722E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你是导演，摄像师需要一份"拍摄手册"。你喊一句"拍街头风格"，他就自动按手册调好参数开始工作。不需要每次从头教光圈、构图、色调。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Skill 是一组"提示词 + 规则 + 参考材料"的打包。调用 skill 时，AI 被注入完整方法论。写代码、写文章、画图表、做 PPT、审查代码安全——任何需要反复执行且有固定方法论的任务，都可以封装成 skill。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概念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</a:t>
            </a:r>
            <a:pPr indent="0" marL="0">
              <a:buNone/>
            </a:pPr>
            <a:r>
              <a:rPr lang="en-US" sz="2600" dirty="0">
                <a:solidFill>
                  <a:srgbClr val="18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贴在墙上的员工守则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005840"/>
          </a:xfrm>
          <a:prstGeom prst="rectangle">
            <a:avLst/>
          </a:prstGeom>
          <a:solidFill>
            <a:srgbClr val="1890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你开了一家餐厅。Claude.md 不是你每天给厨师的"今天做什么菜"菜单——它是贴在厨房墙上的食品安全条例和出品标准。不用每天重读，但它永远在那里生效。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Claude.md：每次打开 AI，先花 5-10 分钟介绍自己、介绍项目。AI 像第一天入职的新同事。有 Claude.md：AI 在对话开始前被"预加载"了关于你的一切。消除每一次对话的冷启动成本。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拼在一起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五个概念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怎样配合完成一整套工作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场景：你要做一个个人博客网站，从零到上线。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2331720"/>
            <a:ext cx="1627632" cy="17373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2331720"/>
            <a:ext cx="1627632" cy="54864"/>
          </a:xfrm>
          <a:prstGeom prst="rectangle">
            <a:avLst/>
          </a:prstGeom>
          <a:solidFill>
            <a:srgbClr val="1890F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24688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92608" y="26517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30175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定义游戏规则：你是谁、偏好什么风格、什么不能做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29718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5E3"/>
                </a:solidFill>
              </a:rPr>
              <a:t>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56816" y="2331720"/>
            <a:ext cx="1627632" cy="17373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56816" y="2331720"/>
            <a:ext cx="1627632" cy="54864"/>
          </a:xfrm>
          <a:prstGeom prst="rectangle">
            <a:avLst/>
          </a:prstGeom>
          <a:solidFill>
            <a:srgbClr val="722ED1"/>
          </a:solidFill>
          <a:ln/>
        </p:spPr>
      </p:sp>
      <p:sp>
        <p:nvSpPr>
          <p:cNvPr id="13" name="Text 11"/>
          <p:cNvSpPr/>
          <p:nvPr/>
        </p:nvSpPr>
        <p:spPr>
          <a:xfrm>
            <a:off x="2066544" y="24688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066544" y="26517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30175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加载前端设计方法论，AI 获得专业能力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84448" y="29718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5E3"/>
                </a:solidFill>
              </a:rPr>
              <a:t>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30752" y="2331720"/>
            <a:ext cx="1627632" cy="17373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30752" y="2331720"/>
            <a:ext cx="1627632" cy="54864"/>
          </a:xfrm>
          <a:prstGeom prst="rectangle">
            <a:avLst/>
          </a:prstGeom>
          <a:solidFill>
            <a:srgbClr val="52C41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4688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0" y="26517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30175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 GitHub 取旧数据，连接 Vercel 部署上线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58384" y="29718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5E3"/>
                </a:solidFill>
              </a:rPr>
              <a:t>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04688" y="2331720"/>
            <a:ext cx="1627632" cy="17373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4688" y="2331720"/>
            <a:ext cx="1627632" cy="54864"/>
          </a:xfrm>
          <a:prstGeom prst="rectangle">
            <a:avLst/>
          </a:prstGeom>
          <a:solidFill>
            <a:srgbClr val="FF7A45"/>
          </a:solidFill>
          <a:ln/>
        </p:spPr>
      </p:sp>
      <p:sp>
        <p:nvSpPr>
          <p:cNvPr id="25" name="Text 23"/>
          <p:cNvSpPr/>
          <p:nvPr/>
        </p:nvSpPr>
        <p:spPr>
          <a:xfrm>
            <a:off x="5614416" y="24688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14416" y="26517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14416" y="30175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自动格式化代码、扫描密钥泄露、记录日志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29718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5E3"/>
                </a:solidFill>
              </a:rPr>
              <a:t>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78624" y="2331720"/>
            <a:ext cx="1627632" cy="17373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78624" y="2331720"/>
            <a:ext cx="1627632" cy="54864"/>
          </a:xfrm>
          <a:prstGeom prst="rectangle">
            <a:avLst/>
          </a:prstGeom>
          <a:solidFill>
            <a:srgbClr val="FF6B9D"/>
          </a:solidFill>
          <a:ln/>
        </p:spPr>
      </p:sp>
      <p:sp>
        <p:nvSpPr>
          <p:cNvPr id="31" name="Text 29"/>
          <p:cNvSpPr/>
          <p:nvPr/>
        </p:nvSpPr>
        <p:spPr>
          <a:xfrm>
            <a:off x="7388352" y="24688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388352" y="26517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88352" y="30175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并行处理：设计方案 / 写文案 / SEO 元数据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最终效果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你感觉只是在聊天，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但背后是一整条生产线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217920" cy="21031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设规则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39112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装能力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9544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连外部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9976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自动守护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50408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并行执行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880360"/>
            <a:ext cx="5486400" cy="0"/>
          </a:xfrm>
          <a:prstGeom prst="line">
            <a:avLst/>
          </a:prstGeom>
          <a:noFill/>
          <a:ln w="6350">
            <a:solidFill>
              <a:srgbClr val="E5E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175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五样东西各司其职，组合成一套不需要写代码的"软件生产流水线"。你不是在操作机器，你是在管理一支 AI 团队。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人话总结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你只需要记住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这几个类比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7772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126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9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贴在墙上的员工守则，不用每天重申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22ED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预制菜说明书，加载即用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7A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Hooks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自动驾驶的传感器——检测到障碍物自动刹车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2C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USB-C 转接头，一个口连万物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9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Subagent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主编的实习生团队，领活→干活→汇报→回收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6B9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286000"/>
            <a:ext cx="3657600" cy="3657600"/>
          </a:xfrm>
          <a:prstGeom prst="ellipse">
            <a:avLst/>
          </a:prstGeom>
          <a:solidFill>
            <a:srgbClr val="FF7A4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 不是"给 AI 打字就出网站"的玩具。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31520" cy="0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它是一种新的工作方式——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你不是在操作机器，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你是在管理一支 AI 团队。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而这五个概念，就是这支团队的"人力资源体系"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 · Hooks · MCP · Skill · Claude.md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五个概念，看懂 Vibe Coding 是怎么运转的</dc:title>
  <dc:subject>PptxGenJS Presentation</dc:subject>
  <dc:creator>Vibe Coding Guide</dc:creator>
  <cp:lastModifiedBy>Vibe Coding Guide</cp:lastModifiedBy>
  <cp:revision>1</cp:revision>
  <dcterms:created xsi:type="dcterms:W3CDTF">2026-05-26T08:58:17Z</dcterms:created>
  <dcterms:modified xsi:type="dcterms:W3CDTF">2026-05-26T08:58:17Z</dcterms:modified>
</cp:coreProperties>
</file>